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3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78" y="7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9/14/2025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9/14/2025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7278183" y="1752600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3732187" y="450540"/>
            <a:ext cx="3796214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606" y="1549693"/>
            <a:ext cx="9144000" cy="4675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SIH25092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Development of a Digital Mental Health and Psychological Support System for Students in Higher Education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MedTech / </a:t>
            </a:r>
            <a:r>
              <a:rPr lang="en-I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BioTech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 / HealthTech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ID- SRU_100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 – DYNAMIC THINKERS 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84137" y="1463632"/>
            <a:ext cx="12332125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82998" y="252246"/>
            <a:ext cx="148632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Dynamic </a:t>
            </a:r>
          </a:p>
          <a:p>
            <a:pPr algn="ctr"/>
            <a:r>
              <a:rPr lang="en-US" dirty="0"/>
              <a:t>Thinkers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8A43CE2-C1A0-4458-9A6E-05ECFE8133F4}"/>
              </a:ext>
            </a:extLst>
          </p:cNvPr>
          <p:cNvSpPr txBox="1"/>
          <p:nvPr/>
        </p:nvSpPr>
        <p:spPr>
          <a:xfrm>
            <a:off x="802104" y="2710387"/>
            <a:ext cx="1108509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te-IN" sz="3200" dirty="0" err="1"/>
              <a:t>Web</a:t>
            </a:r>
            <a:r>
              <a:rPr lang="te-IN" sz="3200" dirty="0"/>
              <a:t> </a:t>
            </a:r>
            <a:r>
              <a:rPr lang="te-IN" sz="3200" dirty="0" err="1"/>
              <a:t>page</a:t>
            </a:r>
            <a:r>
              <a:rPr lang="te-IN" sz="3200" dirty="0"/>
              <a:t> </a:t>
            </a:r>
            <a:r>
              <a:rPr lang="te-IN" sz="3200" dirty="0" err="1"/>
              <a:t>for</a:t>
            </a:r>
            <a:r>
              <a:rPr lang="te-IN" sz="3200" dirty="0"/>
              <a:t> </a:t>
            </a:r>
            <a:r>
              <a:rPr lang="te-IN" sz="3200" dirty="0" err="1"/>
              <a:t>student</a:t>
            </a:r>
            <a:r>
              <a:rPr lang="te-IN" sz="3200" dirty="0"/>
              <a:t> </a:t>
            </a:r>
            <a:r>
              <a:rPr lang="te-IN" sz="3200" dirty="0" err="1"/>
              <a:t>mental</a:t>
            </a:r>
            <a:r>
              <a:rPr lang="te-IN" sz="3200" dirty="0"/>
              <a:t> </a:t>
            </a:r>
            <a:r>
              <a:rPr lang="te-IN" sz="3200" dirty="0" err="1"/>
              <a:t>wellness</a:t>
            </a:r>
            <a:r>
              <a:rPr lang="te-IN" sz="32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te-IN" sz="3200" dirty="0" err="1"/>
              <a:t>Comedy</a:t>
            </a:r>
            <a:r>
              <a:rPr lang="te-IN" sz="3200" dirty="0"/>
              <a:t> </a:t>
            </a:r>
            <a:r>
              <a:rPr lang="te-IN" sz="3200" dirty="0" err="1"/>
              <a:t>videos</a:t>
            </a:r>
            <a:r>
              <a:rPr lang="te-IN" sz="3200" dirty="0"/>
              <a:t> </a:t>
            </a:r>
            <a:r>
              <a:rPr lang="te-IN" sz="3200" dirty="0" err="1"/>
              <a:t>in</a:t>
            </a:r>
            <a:r>
              <a:rPr lang="te-IN" sz="3200" dirty="0"/>
              <a:t> </a:t>
            </a:r>
            <a:r>
              <a:rPr lang="te-IN" sz="3200" dirty="0" err="1"/>
              <a:t>Telugu</a:t>
            </a:r>
            <a:r>
              <a:rPr lang="te-IN" sz="3200" dirty="0"/>
              <a:t>, </a:t>
            </a:r>
            <a:r>
              <a:rPr lang="te-IN" sz="3200" dirty="0" err="1"/>
              <a:t>Hindi</a:t>
            </a:r>
            <a:r>
              <a:rPr lang="te-IN" sz="3200" dirty="0"/>
              <a:t>, </a:t>
            </a:r>
            <a:r>
              <a:rPr lang="te-IN" sz="3200" dirty="0" err="1"/>
              <a:t>and</a:t>
            </a:r>
            <a:r>
              <a:rPr lang="te-IN" sz="3200" dirty="0"/>
              <a:t> </a:t>
            </a:r>
            <a:r>
              <a:rPr lang="te-IN" sz="3200" dirty="0" err="1"/>
              <a:t>English</a:t>
            </a:r>
            <a:r>
              <a:rPr lang="te-IN" sz="32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te-IN" sz="3200" dirty="0" err="1"/>
              <a:t>Easy</a:t>
            </a:r>
            <a:r>
              <a:rPr lang="te-IN" sz="3200" dirty="0"/>
              <a:t> </a:t>
            </a:r>
            <a:r>
              <a:rPr lang="te-IN" sz="3200" dirty="0" err="1"/>
              <a:t>navigation</a:t>
            </a:r>
            <a:r>
              <a:rPr lang="te-IN" sz="3200" dirty="0"/>
              <a:t> </a:t>
            </a:r>
            <a:r>
              <a:rPr lang="te-IN" sz="3200" dirty="0" err="1"/>
              <a:t>with</a:t>
            </a:r>
            <a:r>
              <a:rPr lang="te-IN" sz="3200" dirty="0"/>
              <a:t> </a:t>
            </a:r>
            <a:r>
              <a:rPr lang="te-IN" sz="3200" dirty="0" err="1"/>
              <a:t>Home</a:t>
            </a:r>
            <a:r>
              <a:rPr lang="te-IN" sz="3200" dirty="0"/>
              <a:t> </a:t>
            </a:r>
            <a:r>
              <a:rPr lang="te-IN" sz="3200" dirty="0" err="1"/>
              <a:t>and</a:t>
            </a:r>
            <a:r>
              <a:rPr lang="te-IN" sz="3200" dirty="0"/>
              <a:t> </a:t>
            </a:r>
            <a:r>
              <a:rPr lang="te-IN" sz="3200" dirty="0" err="1"/>
              <a:t>Back</a:t>
            </a:r>
            <a:r>
              <a:rPr lang="te-IN" sz="3200" dirty="0"/>
              <a:t> </a:t>
            </a:r>
            <a:r>
              <a:rPr lang="te-IN" sz="3200" dirty="0" err="1"/>
              <a:t>buttons</a:t>
            </a:r>
            <a:r>
              <a:rPr lang="te-IN" sz="32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Audios </a:t>
            </a:r>
            <a:r>
              <a:rPr lang="te-IN" sz="3200" dirty="0" err="1"/>
              <a:t>embedded</a:t>
            </a:r>
            <a:r>
              <a:rPr lang="te-IN" sz="3200" dirty="0"/>
              <a:t> </a:t>
            </a:r>
            <a:r>
              <a:rPr lang="te-IN" sz="3200" dirty="0" err="1"/>
              <a:t>directly</a:t>
            </a:r>
            <a:r>
              <a:rPr lang="te-IN" sz="3200" dirty="0"/>
              <a:t> </a:t>
            </a:r>
            <a:r>
              <a:rPr lang="te-IN" sz="3200" dirty="0" err="1"/>
              <a:t>for</a:t>
            </a:r>
            <a:r>
              <a:rPr lang="te-IN" sz="3200" dirty="0"/>
              <a:t> </a:t>
            </a:r>
            <a:r>
              <a:rPr lang="te-IN" sz="3200" dirty="0" err="1"/>
              <a:t>seamless</a:t>
            </a:r>
            <a:r>
              <a:rPr lang="te-IN" sz="3200" dirty="0"/>
              <a:t> </a:t>
            </a:r>
            <a:r>
              <a:rPr lang="en-IN" sz="3200" dirty="0"/>
              <a:t>listening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te-IN" sz="3200" dirty="0" err="1"/>
              <a:t>Scalable</a:t>
            </a:r>
            <a:r>
              <a:rPr lang="te-IN" sz="3200" dirty="0"/>
              <a:t> </a:t>
            </a:r>
            <a:r>
              <a:rPr lang="te-IN" sz="3200" dirty="0" err="1"/>
              <a:t>layout</a:t>
            </a:r>
            <a:r>
              <a:rPr lang="te-IN" sz="3200" dirty="0"/>
              <a:t> </a:t>
            </a:r>
            <a:r>
              <a:rPr lang="te-IN" sz="3200" dirty="0" err="1"/>
              <a:t>for</a:t>
            </a:r>
            <a:r>
              <a:rPr lang="te-IN" sz="3200" dirty="0"/>
              <a:t> </a:t>
            </a:r>
            <a:r>
              <a:rPr lang="te-IN" sz="3200" dirty="0" err="1"/>
              <a:t>adding</a:t>
            </a:r>
            <a:r>
              <a:rPr lang="te-IN" sz="3200" dirty="0"/>
              <a:t> </a:t>
            </a:r>
            <a:r>
              <a:rPr lang="te-IN" sz="3200" dirty="0" err="1"/>
              <a:t>more</a:t>
            </a:r>
            <a:r>
              <a:rPr lang="te-IN" sz="3200" dirty="0"/>
              <a:t> </a:t>
            </a:r>
            <a:r>
              <a:rPr lang="te-IN" sz="3200" dirty="0" err="1"/>
              <a:t>content</a:t>
            </a:r>
            <a:r>
              <a:rPr lang="te-IN" sz="32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te-IN" sz="3200" dirty="0" err="1"/>
              <a:t>Provides</a:t>
            </a:r>
            <a:r>
              <a:rPr lang="te-IN" sz="3200" dirty="0"/>
              <a:t> </a:t>
            </a:r>
            <a:r>
              <a:rPr lang="te-IN" sz="3200" dirty="0" err="1"/>
              <a:t>stress</a:t>
            </a:r>
            <a:r>
              <a:rPr lang="te-IN" sz="3200" dirty="0"/>
              <a:t> </a:t>
            </a:r>
            <a:r>
              <a:rPr lang="te-IN" sz="3200" dirty="0" err="1"/>
              <a:t>relief</a:t>
            </a:r>
            <a:r>
              <a:rPr lang="te-IN" sz="3200" dirty="0"/>
              <a:t> </a:t>
            </a:r>
            <a:r>
              <a:rPr lang="te-IN" sz="3200" dirty="0" err="1"/>
              <a:t>and</a:t>
            </a:r>
            <a:r>
              <a:rPr lang="te-IN" sz="3200" dirty="0"/>
              <a:t> </a:t>
            </a:r>
            <a:r>
              <a:rPr lang="te-IN" sz="3200" dirty="0" err="1"/>
              <a:t>mood</a:t>
            </a:r>
            <a:r>
              <a:rPr lang="te-IN" sz="3200" dirty="0"/>
              <a:t> </a:t>
            </a:r>
            <a:r>
              <a:rPr lang="te-IN" sz="3200" dirty="0" err="1"/>
              <a:t>improvement</a:t>
            </a:r>
            <a:r>
              <a:rPr lang="te-IN" sz="3200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72131" y="1144038"/>
            <a:ext cx="1016643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 HTML,CSS,JS,REACT)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45025F19-72CB-3293-4440-98E7A5998ED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82998" y="252246"/>
            <a:ext cx="148632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Dynamic </a:t>
            </a:r>
          </a:p>
          <a:p>
            <a:pPr algn="ctr"/>
            <a:r>
              <a:rPr lang="en-US" dirty="0"/>
              <a:t>Thinkers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3A539F-C71A-ED8D-896A-BD9DB27325C0}"/>
              </a:ext>
            </a:extLst>
          </p:cNvPr>
          <p:cNvSpPr txBox="1"/>
          <p:nvPr/>
        </p:nvSpPr>
        <p:spPr>
          <a:xfrm>
            <a:off x="2489875" y="1997227"/>
            <a:ext cx="889961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e-IN" sz="2400" dirty="0" err="1"/>
              <a:t>Start</a:t>
            </a:r>
            <a:r>
              <a:rPr lang="te-IN" sz="2400" dirty="0"/>
              <a:t> → </a:t>
            </a:r>
            <a:r>
              <a:rPr lang="te-IN" sz="2400" dirty="0" err="1"/>
              <a:t>Home</a:t>
            </a:r>
            <a:r>
              <a:rPr lang="te-IN" sz="2400" dirty="0"/>
              <a:t> </a:t>
            </a:r>
            <a:r>
              <a:rPr lang="te-IN" sz="2400" dirty="0" err="1"/>
              <a:t>Page</a:t>
            </a:r>
            <a:r>
              <a:rPr lang="te-IN" sz="2400" dirty="0"/>
              <a:t> → </a:t>
            </a:r>
            <a:r>
              <a:rPr lang="te-IN" sz="2400" dirty="0" err="1"/>
              <a:t>Choose</a:t>
            </a:r>
            <a:r>
              <a:rPr lang="te-IN" sz="2400" dirty="0"/>
              <a:t> </a:t>
            </a:r>
            <a:r>
              <a:rPr lang="te-IN" sz="2400" dirty="0" err="1"/>
              <a:t>Section</a:t>
            </a:r>
            <a:endParaRPr lang="te-IN" sz="2400" dirty="0"/>
          </a:p>
          <a:p>
            <a:r>
              <a:rPr lang="te-IN" sz="2400" dirty="0"/>
              <a:t>                     ↓</a:t>
            </a:r>
          </a:p>
          <a:p>
            <a:r>
              <a:rPr lang="te-IN" sz="2400" dirty="0"/>
              <a:t>          ┌──────────┼──────────┐</a:t>
            </a:r>
          </a:p>
          <a:p>
            <a:r>
              <a:rPr lang="te-IN" sz="2400" dirty="0"/>
              <a:t>          ↓          ↓          ↓</a:t>
            </a:r>
          </a:p>
          <a:p>
            <a:r>
              <a:rPr lang="te-IN" sz="2400" dirty="0"/>
              <a:t>     </a:t>
            </a:r>
            <a:r>
              <a:rPr lang="te-IN" sz="2400" dirty="0" err="1"/>
              <a:t>Comedy</a:t>
            </a:r>
            <a:r>
              <a:rPr lang="te-IN" sz="2400" dirty="0"/>
              <a:t>        </a:t>
            </a:r>
            <a:r>
              <a:rPr lang="te-IN" sz="2400" dirty="0" err="1"/>
              <a:t>Meditation</a:t>
            </a:r>
            <a:r>
              <a:rPr lang="te-IN" sz="2400" dirty="0"/>
              <a:t>   </a:t>
            </a:r>
            <a:r>
              <a:rPr lang="te-IN" sz="2400" dirty="0" err="1"/>
              <a:t>Breathing</a:t>
            </a:r>
            <a:endParaRPr lang="te-IN" sz="2400" dirty="0"/>
          </a:p>
          <a:p>
            <a:r>
              <a:rPr lang="te-IN" sz="2400" dirty="0"/>
              <a:t>          ↓          ↓          ↓</a:t>
            </a:r>
          </a:p>
          <a:p>
            <a:r>
              <a:rPr lang="te-IN" sz="2400" dirty="0"/>
              <a:t>     </a:t>
            </a:r>
            <a:r>
              <a:rPr lang="te-IN" sz="2400" dirty="0" err="1"/>
              <a:t>Videos</a:t>
            </a:r>
            <a:r>
              <a:rPr lang="te-IN" sz="2400" dirty="0"/>
              <a:t> → </a:t>
            </a:r>
            <a:r>
              <a:rPr lang="te-IN" sz="2400" dirty="0" err="1"/>
              <a:t>Enjoy</a:t>
            </a:r>
            <a:r>
              <a:rPr lang="te-IN" sz="2400" dirty="0"/>
              <a:t>  </a:t>
            </a:r>
            <a:r>
              <a:rPr lang="te-IN" sz="2400" dirty="0" err="1"/>
              <a:t>Guided</a:t>
            </a:r>
            <a:r>
              <a:rPr lang="te-IN" sz="2400" dirty="0"/>
              <a:t> → </a:t>
            </a:r>
            <a:r>
              <a:rPr lang="te-IN" sz="2400" dirty="0" err="1"/>
              <a:t>Relax</a:t>
            </a:r>
            <a:r>
              <a:rPr lang="te-IN" sz="2400" dirty="0"/>
              <a:t>   </a:t>
            </a:r>
            <a:r>
              <a:rPr lang="te-IN" sz="2400" dirty="0" err="1"/>
              <a:t>Timer</a:t>
            </a:r>
            <a:r>
              <a:rPr lang="te-IN" sz="2400" dirty="0"/>
              <a:t> +</a:t>
            </a:r>
          </a:p>
          <a:p>
            <a:r>
              <a:rPr lang="te-IN" sz="2400" dirty="0" err="1"/>
              <a:t>Animations</a:t>
            </a:r>
            <a:endParaRPr lang="te-IN" sz="2400" dirty="0"/>
          </a:p>
          <a:p>
            <a:r>
              <a:rPr lang="te-IN" sz="2400" dirty="0"/>
              <a:t>          ↓          ↓          ↓</a:t>
            </a:r>
          </a:p>
          <a:p>
            <a:r>
              <a:rPr lang="te-IN" sz="2400" dirty="0"/>
              <a:t>          └──────→ </a:t>
            </a:r>
            <a:r>
              <a:rPr lang="te-IN" sz="2400" dirty="0" err="1"/>
              <a:t>Mood</a:t>
            </a:r>
            <a:r>
              <a:rPr lang="te-IN" sz="2400" dirty="0"/>
              <a:t> </a:t>
            </a:r>
            <a:r>
              <a:rPr lang="te-IN" sz="2400" dirty="0" err="1"/>
              <a:t>Improved</a:t>
            </a:r>
            <a:r>
              <a:rPr lang="te-IN" sz="2400" dirty="0"/>
              <a:t> → </a:t>
            </a:r>
            <a:r>
              <a:rPr lang="te-IN" sz="2400" dirty="0" err="1"/>
              <a:t>End</a:t>
            </a:r>
            <a:endParaRPr lang="te-IN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74700" y="1874728"/>
            <a:ext cx="9385300" cy="3108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IN" sz="2800" dirty="0"/>
              <a:t>Technically and operationally feasible.</a:t>
            </a:r>
            <a:endParaRPr lang="te-IN" sz="2800" dirty="0"/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IN" sz="2800" dirty="0"/>
              <a:t>Costs manageable and fundable.</a:t>
            </a:r>
            <a:endParaRPr lang="te-IN" sz="2800" dirty="0"/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dirty="0"/>
              <a:t>Ensure data privacy and legal compliance.</a:t>
            </a:r>
            <a:endParaRPr lang="te-IN" sz="2800" dirty="0"/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dirty="0"/>
              <a:t>Risks: low engagement, technical issues, limited counsellors</a:t>
            </a:r>
            <a:endParaRPr lang="te-IN" sz="2800" dirty="0"/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dirty="0"/>
              <a:t>Solutions: secure data, reminders, reliable systems.</a:t>
            </a:r>
            <a:endParaRPr lang="te-IN" sz="2800" dirty="0"/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dirty="0"/>
              <a:t>Partner with professionals and raise awareness.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81ABBEA5-ABD8-9375-4FF0-796F8A6AAB8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82998" y="252246"/>
            <a:ext cx="148632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Dynamic </a:t>
            </a:r>
          </a:p>
          <a:p>
            <a:pPr algn="ctr"/>
            <a:r>
              <a:rPr lang="en-US" dirty="0"/>
              <a:t>Thinkers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090863" y="2126925"/>
            <a:ext cx="9385300" cy="3108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IN" sz="2800" dirty="0"/>
              <a:t>Accessible mental health support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IN" sz="2800" dirty="0"/>
              <a:t>Reduced stress and anxiety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IN" sz="2800" dirty="0"/>
              <a:t>Improved overall well-being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IN" sz="2800" dirty="0"/>
              <a:t>Better academic and social performance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IN" sz="2800" dirty="0"/>
              <a:t>Cost-effective mental health resources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IN" sz="2800" dirty="0"/>
              <a:t>Promotes a healthier learning environment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32F574F5-6903-63CE-43B2-A50D08C39E5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82998" y="252246"/>
            <a:ext cx="148632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Dynamic </a:t>
            </a:r>
          </a:p>
          <a:p>
            <a:pPr algn="ctr"/>
            <a:r>
              <a:rPr lang="en-US" dirty="0"/>
              <a:t>Thinkers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C2E774C-0038-9AE5-346B-43D030513C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773" y="2307364"/>
            <a:ext cx="1099050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e-IN" altLang="te-IN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Self</a:t>
            </a:r>
            <a:r>
              <a:rPr kumimoji="0" lang="te-IN" altLang="te-I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e-IN" altLang="te-IN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Ideas</a:t>
            </a:r>
            <a:r>
              <a:rPr kumimoji="0" lang="te-IN" altLang="te-I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/ </a:t>
            </a:r>
            <a:r>
              <a:rPr kumimoji="0" lang="te-IN" altLang="te-IN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</a:t>
            </a:r>
            <a:r>
              <a:rPr kumimoji="0" lang="te-IN" altLang="te-I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e-IN" altLang="te-IN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Conceptualization</a:t>
            </a:r>
            <a:endParaRPr kumimoji="0" lang="te-IN" altLang="te-I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e-IN" altLang="te-I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Based</a:t>
            </a:r>
            <a:r>
              <a:rPr kumimoji="0" lang="te-IN" altLang="te-I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e-IN" altLang="te-I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</a:t>
            </a:r>
            <a:r>
              <a:rPr kumimoji="0" lang="te-IN" altLang="te-I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e-IN" altLang="te-IN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general</a:t>
            </a:r>
            <a:r>
              <a:rPr kumimoji="0" lang="te-IN" altLang="te-I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e-IN" altLang="te-IN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knowledge</a:t>
            </a:r>
            <a:r>
              <a:rPr kumimoji="0" lang="te-IN" altLang="te-I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e-IN" altLang="te-IN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te-IN" altLang="te-I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e-IN" altLang="te-IN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wellness</a:t>
            </a:r>
            <a:r>
              <a:rPr kumimoji="0" lang="te-IN" altLang="te-I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e-IN" altLang="te-IN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platforms</a:t>
            </a:r>
            <a:r>
              <a:rPr kumimoji="0" lang="te-IN" altLang="te-I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e-IN" altLang="te-I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te-IN" altLang="te-I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e-IN" altLang="te-IN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commonly</a:t>
            </a:r>
            <a:r>
              <a:rPr kumimoji="0" lang="te-IN" altLang="te-I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e-IN" altLang="te-IN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known</a:t>
            </a:r>
            <a:endParaRPr kumimoji="0" lang="te-IN" altLang="te-IN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e-IN" altLang="te-I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e-IN" altLang="te-IN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practices</a:t>
            </a:r>
            <a:endParaRPr kumimoji="0" lang="te-IN" altLang="te-I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8001</TotalTime>
  <Words>319</Words>
  <Application>Microsoft Office PowerPoint</Application>
  <PresentationFormat>Widescreen</PresentationFormat>
  <Paragraphs>74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jakkula tejesh</cp:lastModifiedBy>
  <cp:revision>149</cp:revision>
  <dcterms:created xsi:type="dcterms:W3CDTF">2013-12-12T18:46:50Z</dcterms:created>
  <dcterms:modified xsi:type="dcterms:W3CDTF">2025-09-14T00:16:03Z</dcterms:modified>
  <cp:category/>
</cp:coreProperties>
</file>